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radingeconomics.com/israel/tourist-arrival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General Manager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2000"/>
              </a:lnSpc>
              <a:buNone/>
            </a:pPr>
            <a:r>
              <a:rPr lang="en-US" sz="88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סתיו 2026.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לחתוך רק. לא להתקיף רק. לעשות את שניהם – ולבנות מותג בזמן.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המציאות שאיתה נכנסים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זו לא עונה חלשה.</a:t>
            </a:r>
            <a:endParaRPr lang="en-US" sz="480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שוק בהתאוששות.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86384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6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7863840" y="44348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תיירים השנה מול אשתקד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052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6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115.9K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4160520" y="44348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תיירים בחודש – רבע משיא 2019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6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מהתיירות: ארה״ב, צרפת, בריטניה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מתכננים לפי היסטוריה. מתכננים לפי עקומת הזמנות קדימה, שבוע־שבוע.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2636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</a:t>
            </a:r>
            <a:r>
              <a:rPr lang="en-US" sz="900" u="sng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הלמ״ס · Trading Economics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התוכנית · מבט על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מנועים.</a:t>
            </a:r>
            <a:endParaRPr lang="en-US" sz="480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אחת.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321040" y="2651760"/>
            <a:ext cx="3794760" cy="914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8321040" y="281635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spc="20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0" y="32461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יעילות ועלויות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321040" y="3931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i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לחתוך חכם.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567160" y="4526280"/>
            <a:ext cx="548640" cy="18288"/>
          </a:xfrm>
          <a:prstGeom prst="rect">
            <a:avLst/>
          </a:prstGeom>
          <a:solidFill>
            <a:srgbClr val="9A9591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461772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מו״מ ספקים</a:t>
            </a:r>
            <a:endParaRPr lang="en-US" sz="1400" dirty="0"/>
          </a:p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הכשרה צולבת</a:t>
            </a:r>
            <a:endParaRPr lang="en-US" sz="1400" dirty="0"/>
          </a:p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AI לכל עובד</a:t>
            </a:r>
            <a:endParaRPr lang="en-US" sz="1400" dirty="0"/>
          </a:p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פיטורים – מוצא אחרון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6035040"/>
            <a:ext cx="379476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6108192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מינוס 12% בעלות הסמויה. אפס פגיעה בחוויה.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651760"/>
            <a:ext cx="379476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81635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spc="2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89120" y="32461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צמיחה בהכנסות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9120" y="3931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למכור יותר לכל אורח.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35240" y="4526280"/>
            <a:ext cx="548640" cy="18288"/>
          </a:xfrm>
          <a:prstGeom prst="rect">
            <a:avLst/>
          </a:prstGeom>
          <a:solidFill>
            <a:srgbClr val="9A9591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461772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Upsell בקבלה</a:t>
            </a:r>
            <a:endParaRPr lang="en-US" sz="1400" dirty="0"/>
          </a:p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חבילות טור + מיטה</a:t>
            </a:r>
            <a:endParaRPr lang="en-US" sz="1400" dirty="0"/>
          </a:p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קבוצות חתומות מראש</a:t>
            </a:r>
            <a:endParaRPr lang="en-US" sz="1400" dirty="0"/>
          </a:p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ישיר לפני OTA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120" y="6035040"/>
            <a:ext cx="3794760" cy="1828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6108192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יותר הכנסה למיטה גם כשהתפוסה זהה.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3794760" cy="91440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81635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spc="200" kern="0" dirty="0">
                <a:solidFill>
                  <a:srgbClr val="5B8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32461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מותג ודיגיטל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i="1" dirty="0">
                <a:solidFill>
                  <a:srgbClr val="5B8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לייצר תשוקה, לא רק תפוסה.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703320" y="4526280"/>
            <a:ext cx="548640" cy="18288"/>
          </a:xfrm>
          <a:prstGeom prst="rect">
            <a:avLst/>
          </a:prstGeom>
          <a:solidFill>
            <a:srgbClr val="9A959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1772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שיפוץ מלא לאתר</a:t>
            </a:r>
            <a:endParaRPr lang="en-US" sz="1400" dirty="0"/>
          </a:p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סושיאל שיטתי</a:t>
            </a:r>
            <a:endParaRPr lang="en-US" sz="1400" dirty="0"/>
          </a:p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 בליץ</a:t>
            </a:r>
            <a:endParaRPr lang="en-US" sz="1400" dirty="0"/>
          </a:p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אירועים כמכפיל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035040"/>
            <a:ext cx="3794760" cy="18288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108192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מותג רצוי – ממתחריה של הוסטלית זמינה למותג בחירה ראשונה.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עדיפויות · 30 הימים הראשונים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שאני נוגעת במשהו –</a:t>
            </a:r>
            <a:endParaRPr lang="en-US" sz="400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יורדת לרצפה.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0" y="27432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לרדת לרצפה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6263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משמרת מלאה בכל עמדה: קבלה, בר, ניקיון, מטבח, טורים. מי שמנהל בלי לדעת את העבודה לא יכול לנהל אותה.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64992"/>
            <a:ext cx="11247120" cy="9144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0" y="345643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0" y="3456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פוטנציאל רב־תחומי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6263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לזהות בכל עובדת ועובד את מי כבר מחזיק שני תפקידים, מי רוצה ללמוד – ובניית מפה אישית של הצוות.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78224"/>
            <a:ext cx="11247120" cy="9144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0" y="416966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0" y="41696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עקומת ההזמנות קדימה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4197096"/>
            <a:ext cx="6263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שבוע־שבוע של כל קבוצה, אירוע וחג ידועים. משם מתחיל כל דיון על כוח אדם.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91456"/>
            <a:ext cx="11247120" cy="9144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0" y="488289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0" y="48828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שלושת דלי עלויות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200" y="4910328"/>
            <a:ext cx="6263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קבוע, חצי משתנה, משתנה. בלי המיון הזה אי אפשר לדעת לאן נוגעים קודם כל.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504688"/>
            <a:ext cx="11247120" cy="9144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0" y="55961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58000" y="55961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אחרי כן – מחליטים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5623560"/>
            <a:ext cx="6263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ימים של הקשבה לפני כל שינוי. כל תוכנית שנבנית בלי לרדת לרצפה – היא ניחוש.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01 · יעילות ועלויות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לחתוך חכם.</a:t>
            </a:r>
            <a:endParaRPr lang="en-US" sz="420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לחתוך חזק.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i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פעולות מחייב: ספקים לפני שעות. שעות לפני אנשים. פיטורים – מוצא אחרון.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57432" y="3063240"/>
            <a:ext cx="45720" cy="9601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מו״מ מחדש עם ספקים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9632" y="3502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F&amp;B, אנרגיה, כביסה, ניקיון. יעד מינוס 12% בעלות הסמויה.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3063240"/>
            <a:ext cx="45720" cy="9601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הכשרה צולבת שיטתית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502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עובד יודע לפחות שני תפקידים. פקיד קבלה = גם בר, גם בוקר.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57432" y="4187952"/>
            <a:ext cx="45720" cy="9601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4233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צמצום שעות מתות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99632" y="46268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 לא צריך צוות מלא ביום שלישי בנובמבר. שעות – לא ראשים.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4187952"/>
            <a:ext cx="45720" cy="9601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33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לכל עובד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6268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פרטי לכל תפקיד. חברות שאימצו זאת – פי 50 בפרודוקטיביות.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57432" y="5312664"/>
            <a:ext cx="45720" cy="9601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53583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פיטורים – מוצא אחרון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9632" y="57515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אחרי כל השאר. פרוטוקול מסודר בשקופית הבאה.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01 · מערכת אוטומציה חכמה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עובד עם צבא מיניונים.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זה לא רץ כאן. זו ההזדמנות הכי גדולה בבניין.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0" y="2651760"/>
            <a:ext cx="361188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2743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0" y="31546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מענה 24/7 בוואטסאפ. FAQ, שינוי הזמנה, upsell אוטומטי.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651760"/>
            <a:ext cx="361188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743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טורים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31546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מתאם קבוצות, שולח תזכורות, מאייש רשימות המתנה.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61188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רווחת אורח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שמזהה תלונות בביקורות ופותח טיקט תוך דקה.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4023360"/>
            <a:ext cx="361188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114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38160" y="45262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שמשווה מחירי ספקים שבועית ומתריע על חריגות.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4023360"/>
            <a:ext cx="361188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4114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שיווק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45262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שמייצר וריאציות קריאייטיב לסושיאל, בודק ומדווח.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361188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114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פיננסים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שמנטר RevPAR, עלות שכר מהכנסה, ומזהיר בזמן אמת.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פרודוקטיביות ×50 בעלות שולית. כשהאדם משוחרר מהחלק המכני – הוא חוזר לחוויית האורח.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01 · פרוטוקול פיטורים · Last Resort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חייבים לפטר –</a:t>
            </a:r>
            <a:endParaRPr lang="en-US" sz="380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דרך אחת נכונה לעשות זאת.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המטרה: לשמור על מורל של כל השאר, ולכבד מי שהיה איתנו.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81360" y="28803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0" y="2880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לא מפטרים – לעולם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מי שמחזיק חוויית אורח: קבלה, ניקיון, בר, גג, טורים. אלה החפירים של אברהם.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1247120" cy="9144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12" name="Text 10"/>
          <p:cNvSpPr/>
          <p:nvPr/>
        </p:nvSpPr>
        <p:spPr>
          <a:xfrm>
            <a:off x="10881360" y="3538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35387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הבחירה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3872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צורך בתפקיד – לא לפי ותק ולא לפי חיבה. תפקידים כפולים או מתייתרים ראשונים.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33088"/>
            <a:ext cx="11247120" cy="9144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16" name="Text 14"/>
          <p:cNvSpPr/>
          <p:nvPr/>
        </p:nvSpPr>
        <p:spPr>
          <a:xfrm>
            <a:off x="10881360" y="4197096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0" y="41970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קבלת החלטה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197096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לחפש הצבה מחדש בתוך הבניין. עובד ותיק בקבלה יכול לעבור לתאום קבוצות.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791456"/>
            <a:ext cx="11247120" cy="9144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20" name="Text 18"/>
          <p:cNvSpPr/>
          <p:nvPr/>
        </p:nvSpPr>
        <p:spPr>
          <a:xfrm>
            <a:off x="10881360" y="485546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8554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הצורה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855464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פנים אל פנים בלבד. אני אישית. הודעה מוקדמת, פיצויים מלאים, המלצות בכתב, ליווי לתפקיד הבא.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449824"/>
            <a:ext cx="11247120" cy="9144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24" name="Text 22"/>
          <p:cNvSpPr/>
          <p:nvPr/>
        </p:nvSpPr>
        <p:spPr>
          <a:xfrm>
            <a:off x="10881360" y="551383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55138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מנגנון חזרה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551383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מי שיוצא נכנס אוטומטית לפול הגמישות. עדיפות ראשונה כשהעונה חוזרת.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02 · צמיחה בהכנסות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מוציאים יותר מכל אורח בדלת.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מרווח של הוסטל לא נמצא במיטה. הוא נמצא בבר, בגג, בטור, ובחדר הפרטי.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57432" y="3063240"/>
            <a:ext cx="45720" cy="9601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Upsell בקבלה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9632" y="3502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טור + בר + שדרוג לחדר פרטי כחבילה. תסריט + תמריץ לצוות.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3063240"/>
            <a:ext cx="45720" cy="9601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חבילות מובנות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502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מיטה + טור + ערב בבר במחיר אחד. יותר קל למכור מ־3 החלטות נפרדות.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57432" y="4187952"/>
            <a:ext cx="45720" cy="9601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4233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קבוצות מוקדם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99632" y="46268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שנת שירות, מורשת, NGO, ספורט, סטודנטים – חתימה לפני שהעונה מתחילה.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4187952"/>
            <a:ext cx="45720" cy="9601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33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תמחור דינמי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6268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לפי ביקוש יומי. הנחות רק בשלישי המת. מגנים על מחיר בשיא.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57432" y="5312664"/>
            <a:ext cx="45720" cy="9601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53583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ישיר לפני OTA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9632" y="57515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הזמנה ישירה = 15%–20% מרג׳ין שלא הולך ל־Booking. Loyalty לחוזרים.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5312664"/>
            <a:ext cx="45720" cy="9601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53583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שותפויות מקומיות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57515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מפעילי טורים, מועדוני לילה, בתי קפה. עמלה הדדית + חבילות משותפות.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8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03 · מותג ונוכחות דיגיטלית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צריך להיראות</a:t>
            </a:r>
            <a:endParaRPr lang="en-US" sz="420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כמו מותג רצוי, לא כמו הוסטל זמין.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i="1" dirty="0">
                <a:solidFill>
                  <a:srgbClr val="5B8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המנוע שלא הופיע בבריף. וזה הפער הכי גדול בין המצב היום לבין הפוטנציאל.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57432" y="3063240"/>
            <a:ext cx="45720" cy="960120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שיפוץ מלא לאתר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9632" y="3502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האתר היום לא מוכר את החוויה. עיצוב חדש, וידאו אמיתי, סטוריטלינג, המרות.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3063240"/>
            <a:ext cx="45720" cy="960120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סושיאל שיטתית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502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פוסטים בשבוע. אורחים אמיתיים, גג, ג׳אם, פורטרטים. לא סטוק.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57432" y="4187952"/>
            <a:ext cx="45720" cy="960120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4233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בליץ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99632" y="46268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– Brand Hero קדימה. כתבות ראיונות, פודקאסטים, במה בכנסים.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4187952"/>
            <a:ext cx="45720" cy="960120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33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מבצעים שווקים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6268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פרומו סתיו + שיתופי פעולה עם משפיענים תיירותיים. UGC יומיומי.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57432" y="5312664"/>
            <a:ext cx="45720" cy="960120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53583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אירועים כמכפיל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9632" y="57515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הגג + הבר כמותג אירועים מקומי. הכנסה + מודעות + לידים ליום שאחרי.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5A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האנשים · השאלה שמעליה הכל נשען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ביטחון · מוטיבציה · מחויבות.</a:t>
            </a:r>
            <a:endParaRPr lang="en-US" sz="320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שאלות שונות. שלוש תשובות שונות.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55280" y="306324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32004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ביטחון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955280" y="379476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לתקשר מוקדם ובמספרים. שעות לפי שם, לא הודעות כלליות. אף שכר לא מצטמצם בשקט.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306324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32004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מוטיבציה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06240" y="379476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העונה השקטה = הכשרות אמיתיות. שבוע שקט שרץ מצוין נראה כמו שבוע עמוס שרץ מצוין.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61188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004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מחויבות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מנהלי משמרת מעצבים את הסידור איתי. תוכנית שאנשים בנו – הם מגנים עליה.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מנהלים לפני הצוות. אף אחד לא יבשר ביטחון שהוא לא מרגיש בעצמו.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45720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אברהם תל אביב · לבונטין 21 · GM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300" kern="0" dirty="0">
                <a:solidFill>
                  <a:srgbClr val="9A9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הדרכים · 90 ימים ראשונים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פעולה, לא כוונה.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955280" y="2468880"/>
            <a:ext cx="361188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2606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1–14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55280" y="320040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רדת לרצפה · תחזית קדימה · מיפוי קבוצות · שלוש דלי עלויות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2468880"/>
            <a:ext cx="361188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606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15–45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06240" y="320040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מו״מ ספקים · הכשרה צולבת · פיילוט AI · תמחור דינמי · אתר v1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61188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46–90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אאוטבאונד קבוצות · PR בליץ · אירועי גג · Pulse צוות חודשי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מדדים שבועיים: תפוסה מול תחזית · עלות שכר מהכנסה · RevPAR · אחוז ישיר · CSAT · ניצול פול גמישות.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2026-09-16T11:58:37Z</dcterms:created>
  <dcterms:modified xsi:type="dcterms:W3CDTF">2026-09-16T11:58:37Z</dcterms:modified>
</cp:coreProperties>
</file>